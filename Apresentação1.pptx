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55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13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70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80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98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22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875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49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14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2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58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DA387-BEFA-4A1A-BF14-EC5B5F4CE8CF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E843-701D-4B36-9C04-964CAB11B4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10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131" y="590252"/>
            <a:ext cx="7498080" cy="5425442"/>
          </a:xfrm>
          <a:prstGeom prst="rect">
            <a:avLst/>
          </a:prstGeom>
          <a:solidFill>
            <a:srgbClr val="2A0088"/>
          </a:solidFill>
        </p:spPr>
      </p:pic>
    </p:spTree>
    <p:extLst>
      <p:ext uri="{BB962C8B-B14F-4D97-AF65-F5344CB8AC3E}">
        <p14:creationId xmlns:p14="http://schemas.microsoft.com/office/powerpoint/2010/main" val="1794877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Turma Tarde</dc:creator>
  <cp:lastModifiedBy>Turma Tarde</cp:lastModifiedBy>
  <cp:revision>3</cp:revision>
  <dcterms:created xsi:type="dcterms:W3CDTF">2026-05-04T17:14:34Z</dcterms:created>
  <dcterms:modified xsi:type="dcterms:W3CDTF">2026-05-04T20:26:56Z</dcterms:modified>
</cp:coreProperties>
</file>